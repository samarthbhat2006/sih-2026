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Executive Leadership. This briefing provides an update on Security Incident IR2026-08, which was detected on August 28, 2026. The purpose is to inform you of the incident's nature, our findings, its impact, and the immediate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we identified an unauthorized access attempt targeting our Central VPN Gateway. The attackers leveraged compromised legacy user credentials and attempted to hijack sessions and exfiltrate network telemetry. This incident directly impacted our Central VPN Gateway and Authentication Server AUTH-02.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investigation identified CVE-2026-2190 as a contributing factor. The malicious activity originated from IP anchors 198.51.100.42 and 203.0.113.88. The primary attack vector involved the use of compromised legacy user credentials, with threat actors specifically attempting session token hijacking and exfiltration of internal network telemetry.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impact, we immediately suspended 4 high-privilege administrative accounts that were compromised. Crucially, due to our automated zero-trust session termination protocols, we can confirm that zero data loss occurred. This critical security control successfully prevented the exfiltration of any internal network telemetry.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further strengthen our security posture and prevent similar incidents, we recommend three key actions: First, a mandatory hardware FIDO2 token reset for all administrative accounts. Second, an immediate update to our perimeter firewall blocklist to include the identified malicious IP subnets. And finally, implementing mandatory SHA-256 blockchain ledger audit logging for all incident response documentation to ensure integrity and traceability.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3931920"/>
            <a:ext cx="9997135"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9997135" cy="2011680"/>
          </a:xfrm>
          <a:prstGeom prst="rect">
            <a:avLst/>
          </a:prstGeom>
          <a:noFill/>
        </p:spPr>
        <p:txBody>
          <a:bodyPr wrap="square">
            <a:spAutoFit/>
          </a:bodyPr>
          <a:lstStyle/>
          <a:p>
            <a:pPr>
              <a:defRPr sz="3600" b="1">
                <a:solidFill>
                  <a:srgbClr val="FFFFFF"/>
                </a:solidFill>
                <a:latin typeface="Calibri"/>
              </a:defRPr>
            </a:pPr>
            <a:r>
              <a:t>SECURITY INCIDENT IR2026-08</a:t>
            </a:r>
          </a:p>
        </p:txBody>
      </p:sp>
      <p:sp>
        <p:nvSpPr>
          <p:cNvPr id="5" name="TextBox 4"/>
          <p:cNvSpPr txBox="1"/>
          <p:nvPr/>
        </p:nvSpPr>
        <p:spPr>
          <a:xfrm>
            <a:off x="1097280" y="4114800"/>
            <a:ext cx="9997135" cy="1371600"/>
          </a:xfrm>
          <a:prstGeom prst="rect">
            <a:avLst/>
          </a:prstGeom>
          <a:noFill/>
        </p:spPr>
        <p:txBody>
          <a:bodyPr wrap="square">
            <a:spAutoFit/>
          </a:bodyPr>
          <a:lstStyle/>
          <a:p>
            <a:pPr>
              <a:defRPr sz="2000">
                <a:solidFill>
                  <a:srgbClr val="CBD5E1"/>
                </a:solidFill>
                <a:latin typeface="Calibri"/>
              </a:defRPr>
            </a:pPr>
            <a:r>
              <a:t>Executive Update on Unauthorized Access Attempt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Executive Overview</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Unauthorized access attempt detected on Central VPN Gateway (192.168.1.105).</a:t>
            </a:r>
          </a:p>
          <a:p>
            <a:pPr>
              <a:spcAft>
                <a:spcPts val="1400"/>
              </a:spcAft>
              <a:defRPr sz="1600" b="0">
                <a:solidFill>
                  <a:srgbClr val="1E293B"/>
                </a:solidFill>
                <a:latin typeface="Calibri"/>
              </a:defRPr>
            </a:pPr>
            <a:r>
              <a:t>•  Compromised legacy user credentials were utilized.</a:t>
            </a:r>
          </a:p>
          <a:p>
            <a:pPr>
              <a:spcAft>
                <a:spcPts val="1400"/>
              </a:spcAft>
              <a:defRPr sz="1600" b="0">
                <a:solidFill>
                  <a:srgbClr val="1E293B"/>
                </a:solidFill>
                <a:latin typeface="Calibri"/>
              </a:defRPr>
            </a:pPr>
            <a:r>
              <a:t>•  Threat actors attempted session token hijacking and exfiltration of internal network telemetry.</a:t>
            </a:r>
          </a:p>
          <a:p>
            <a:pPr>
              <a:spcAft>
                <a:spcPts val="1400"/>
              </a:spcAft>
              <a:defRPr sz="1600" b="0">
                <a:solidFill>
                  <a:srgbClr val="1E293B"/>
                </a:solidFill>
                <a:latin typeface="Calibri"/>
              </a:defRPr>
            </a:pPr>
            <a:r>
              <a:t>•  Affected systems include Central VPN Gateway and Authentication Server AUTH-02.</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Security Incident IR2026-08 Briefing</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2 of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Key Findings &amp; Technical Details</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**Identified Vulnerability:** CVE-2026-2190.</a:t>
            </a:r>
          </a:p>
          <a:p>
            <a:pPr>
              <a:spcAft>
                <a:spcPts val="1400"/>
              </a:spcAft>
              <a:defRPr sz="1600" b="0">
                <a:solidFill>
                  <a:srgbClr val="1E293B"/>
                </a:solidFill>
                <a:latin typeface="Calibri"/>
              </a:defRPr>
            </a:pPr>
            <a:r>
              <a:t>•  **Malicious Infrastructure:** IP Anchors 198.51.100.42 and 203.0.113.88 were identified.</a:t>
            </a:r>
          </a:p>
          <a:p>
            <a:pPr>
              <a:spcAft>
                <a:spcPts val="1400"/>
              </a:spcAft>
              <a:defRPr sz="1600" b="0">
                <a:solidFill>
                  <a:srgbClr val="1E293B"/>
                </a:solidFill>
                <a:latin typeface="Calibri"/>
              </a:defRPr>
            </a:pPr>
            <a:r>
              <a:t>•  **Attack Vector:** Compromised legacy user credentials.</a:t>
            </a:r>
          </a:p>
          <a:p>
            <a:pPr>
              <a:spcAft>
                <a:spcPts val="1400"/>
              </a:spcAft>
              <a:defRPr sz="1600" b="0">
                <a:solidFill>
                  <a:srgbClr val="1E293B"/>
                </a:solidFill>
                <a:latin typeface="Calibri"/>
              </a:defRPr>
            </a:pPr>
            <a:r>
              <a:t>•  **Targeted Actions:** Attempts at session token hijacking and internal network telemetry exfiltration.</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Security Incident IR2026-08 Briefing</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3 of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Incident Impact &amp; Mitigation</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**Impacted Accounts:** 4 high-privilege administrative accounts were suspended.</a:t>
            </a:r>
          </a:p>
          <a:p>
            <a:pPr>
              <a:spcAft>
                <a:spcPts val="1400"/>
              </a:spcAft>
              <a:defRPr sz="1600" b="0">
                <a:solidFill>
                  <a:srgbClr val="1E293B"/>
                </a:solidFill>
                <a:latin typeface="Calibri"/>
              </a:defRPr>
            </a:pPr>
            <a:r>
              <a:t>•  **Data Loss Status:** Zero data loss occurred.</a:t>
            </a:r>
          </a:p>
          <a:p>
            <a:pPr>
              <a:spcAft>
                <a:spcPts val="1400"/>
              </a:spcAft>
              <a:defRPr sz="1600" b="0">
                <a:solidFill>
                  <a:srgbClr val="1E293B"/>
                </a:solidFill>
                <a:latin typeface="Calibri"/>
              </a:defRPr>
            </a:pPr>
            <a:r>
              <a:t>•  **Mitigation Success:** Automated zero-trust session termination prevented data exfiltration.</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Security Incident IR2026-08 Briefing</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4 of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Recommendations &amp; Next Steps</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Mandatory hardware FIDO2 token reset across all administrative tiers.</a:t>
            </a:r>
          </a:p>
          <a:p>
            <a:pPr>
              <a:spcAft>
                <a:spcPts val="1400"/>
              </a:spcAft>
              <a:defRPr sz="1600" b="0">
                <a:solidFill>
                  <a:srgbClr val="1E293B"/>
                </a:solidFill>
                <a:latin typeface="Calibri"/>
              </a:defRPr>
            </a:pPr>
            <a:r>
              <a:t>•  Perimeter firewall blocklist update for flagged external IP subnets.</a:t>
            </a:r>
          </a:p>
          <a:p>
            <a:pPr>
              <a:spcAft>
                <a:spcPts val="1400"/>
              </a:spcAft>
              <a:defRPr sz="1600" b="0">
                <a:solidFill>
                  <a:srgbClr val="1E293B"/>
                </a:solidFill>
                <a:latin typeface="Calibri"/>
              </a:defRPr>
            </a:pPr>
            <a:r>
              <a:t>•  Mandatory SHA-256 blockchain ledger audit logging for all incident response documentation.</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Security Incident IR2026-08 Briefing</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5 of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